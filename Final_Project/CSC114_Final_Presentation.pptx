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Class Distribution (Training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Normal</c:v>
                  </c:pt>
                  <c:pt idx="1">
                    <c:v>Attack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67343</c:v>
                </c:pt>
                <c:pt idx="1">
                  <c:v>58630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Accuracy vs. Epochs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4472C4"/>
            </a:solidFill>
            <a:ln w="31750" cap="flat">
              <a:solidFill>
                <a:srgbClr val="4472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40</c:v>
                  </c:pt>
                  <c:pt idx="1">
                    <c:v>80</c:v>
                  </c:pt>
                  <c:pt idx="2">
                    <c:v>150</c:v>
                  </c:pt>
                  <c:pt idx="3">
                    <c:v>300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0.9973</c:v>
                </c:pt>
                <c:pt idx="1">
                  <c:v>0.9983</c:v>
                </c:pt>
                <c:pt idx="2">
                  <c:v>0.9978</c:v>
                </c:pt>
                <c:pt idx="3">
                  <c:v>0.9983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9DC3E6"/>
            </a:solidFill>
            <a:ln w="31750" cap="flat">
              <a:solidFill>
                <a:srgbClr val="9DC3E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DC3E6"/>
              </a:solidFill>
              <a:ln w="9525" cap="flat">
                <a:solidFill>
                  <a:srgbClr val="9DC3E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40</c:v>
                  </c:pt>
                  <c:pt idx="1">
                    <c:v>80</c:v>
                  </c:pt>
                  <c:pt idx="2">
                    <c:v>150</c:v>
                  </c:pt>
                  <c:pt idx="3">
                    <c:v>300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0.9972</c:v>
                </c:pt>
                <c:pt idx="1">
                  <c:v>0.998</c:v>
                </c:pt>
                <c:pt idx="2">
                  <c:v>0.9983</c:v>
                </c:pt>
                <c:pt idx="3">
                  <c:v>0.9987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project applies the Keras training workflow from Chollet Chapters 2–4 to a real-world cybersecurity dataset — NSL-KDD network intrusion detection. The goal was to train a regression classification model, then tune the epoch count to find the sweet spot between underfitting and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NSL-KDD is the cleaned successor to KDD99 — duplicates removed, class distribution balanced. Each row is one network connection. 41 raw features expand to 122 after one-hot encoding of protocol_type, service, and flag. The chart on the left comes directly from our Colab Cell 3 output: 67,343 normal and 58,630 attack records — a near-balanced 53/47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has three Dense layers — 128, 64, and 1. The final sigmoid layer outputs probability. Dropout was removed to make overfitting visible. With Dropout the model stayed above 99.7% val accuracy even at 300 epochs and no overfitting appeared. Without it, val loss bottoms at epoch 80 (0.0063) then rises at 150 (0.0143) and 300 (0.0161) — the classic overfitting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test accuracy is 81.27% against 22,544 test records. The gap between validation (99.83%) and test accuracy (81.27%) is expected — the NSL-KDD test set contains novel attack types not present in training. The sample predictions show the regression output in action: confident attacks score 1.0000, confident normal connections score 0.0000, and the misses at 0.0035 show low-confidence wrong predictions. This is the value of probability output over a hard label — the model tells you how sure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6205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4FC3F7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CSC-114 · Final Project · Summer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Intrusion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</a:rPr>
              <a:t>Regression Classification with NSL-KDD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434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Joe Philippe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4434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4434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FTCC CSC-114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4434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4434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Summer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— NSL-KDD Network Intrusion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241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125,973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Training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241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22,544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0" y="14813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Test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241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14813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Features (after one-hot)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274320" y="205740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66344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Networking Features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377440"/>
          <a:ext cx="4206240" cy="256032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protocol_type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TCP / UDP / ICMP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flag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SF=normal, REJ=rejected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src_bytes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Bytes: source → dest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num_failed_logins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Failed login 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logged_in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Successful login (0/1)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Connections same host/2s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A8A"/>
                </a:solidFill>
              </a:rPr>
              <a:t>Binary label: 0 = normal  |  1 = attack  (DoS, Probe, R2L, U2R all collapsed to 1)  |  Attack rate: 46.5%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 &amp; Epoch Tuning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474720" cy="3886200"/>
          </a:xfrm>
          <a:prstGeom prst="roundRect">
            <a:avLst>
              <a:gd name="adj" fmla="val 3158"/>
            </a:avLst>
          </a:prstGeom>
          <a:solidFill>
            <a:srgbClr val="F0F4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Model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E8F0F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361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8A"/>
                </a:solidFill>
              </a:rPr>
              <a:t>122 features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20848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134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Dense (128)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8A"/>
                </a:solidFill>
              </a:rPr>
              <a:t>ReLU activation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8620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0906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Dense (64)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375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8A"/>
                </a:solidFill>
              </a:rPr>
              <a:t>ReLU activation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8679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Dense (1)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1148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Sigmoid → probability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A"/>
                </a:solidFill>
              </a:rPr>
              <a:t>Loss: binary_crossentropy  |  Optimizer: adam  |  Params: 24,065</a:t>
            </a:r>
            <a:endParaRPr lang="en-US" sz="9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023360" y="1005840"/>
          <a:ext cx="48463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3566160"/>
          <a:ext cx="4846320" cy="141732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914400"/>
                <a:gridCol w="914400"/>
                <a:gridCol w="146304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Epochs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Train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0.9972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0.9973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0.0090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Still learning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0.9980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0.9983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0.0063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← Optimal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0.9983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0.0143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Overfitting begins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0.9987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0.9983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0.0161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Overfitting continues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4023360" y="502920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A"/>
                </a:solidFill>
              </a:rPr>
              <a:t>Dropout removed intentionally — makes overfitting curve visible for teaching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 &amp; 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241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81.27%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Accuracy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22,544 test records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241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99.83%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 Accuracy @ Epoch 80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Best epoch setting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241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80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Optimal Epoch Count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Val loss: 0.0063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4206240" cy="260604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304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Sample Regression Classification Output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51760"/>
          <a:ext cx="4023360" cy="2057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914400"/>
                <a:gridCol w="731520"/>
              </a:tblGrid>
              <a:tr h="2939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Probability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1.0000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attack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attack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1.0000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attack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attack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0.0000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normal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normal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0.0000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normal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attack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0.0035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normal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attack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0.0000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normal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normal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5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663440" y="2240280"/>
            <a:ext cx="4206240" cy="260604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46320" y="2304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54880" y="2651760"/>
            <a:ext cx="39319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Overfitting confirmed at epoch 150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Val loss jumped from 0.0063 → 0.0143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Epoch 80 is the sweet spot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Lowest val loss, highest val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Val vs. Test accuracy gap (99.8% → 81.3%)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Test set contains novel attack types not seen in training — expected with NSL-KDD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Removing Dropout was intentional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Made overfitting curve visible for teaching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JoePhillippe/CSC-114  |  Final-Project/  |  FTCC CSC-114 Summer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CSC-114 Final Project — Network Intrusion Detection</dc:title>
  <dc:subject>PptxGenJS Presentation</dc:subject>
  <dc:creator>Joe Philippe</dc:creator>
  <cp:lastModifiedBy>Joe Philippe</cp:lastModifiedBy>
  <cp:revision>1</cp:revision>
  <dcterms:created xsi:type="dcterms:W3CDTF">2026-07-08T14:51:39Z</dcterms:created>
  <dcterms:modified xsi:type="dcterms:W3CDTF">2026-07-08T14:51:39Z</dcterms:modified>
</cp:coreProperties>
</file>